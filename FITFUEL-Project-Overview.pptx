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ayush Sharma" userId="60a79ffc93a9b62b" providerId="LiveId" clId="{46299DD3-A4DF-45F3-8996-5374FE185D78}"/>
    <pc:docChg chg="modSld">
      <pc:chgData name="Aayush Sharma" userId="60a79ffc93a9b62b" providerId="LiveId" clId="{46299DD3-A4DF-45F3-8996-5374FE185D78}" dt="2026-10-14T17:28:24.969" v="5" actId="20577"/>
      <pc:docMkLst>
        <pc:docMk/>
      </pc:docMkLst>
      <pc:sldChg chg="modSp mod">
        <pc:chgData name="Aayush Sharma" userId="60a79ffc93a9b62b" providerId="LiveId" clId="{46299DD3-A4DF-45F3-8996-5374FE185D78}" dt="2026-10-14T17:28:24.969" v="5" actId="20577"/>
        <pc:sldMkLst>
          <pc:docMk/>
          <pc:sldMk cId="0" sldId="259"/>
        </pc:sldMkLst>
        <pc:spChg chg="mod">
          <ac:chgData name="Aayush Sharma" userId="60a79ffc93a9b62b" providerId="LiveId" clId="{46299DD3-A4DF-45F3-8996-5374FE185D78}" dt="2026-10-14T17:28:24.969" v="5" actId="20577"/>
          <ac:spMkLst>
            <pc:docMk/>
            <pc:sldMk cId="0" sldId="259"/>
            <ac:spMk id="8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84CC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31520" y="548640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84CC16"/>
                </a:solidFill>
              </a:rPr>
              <a:t>FITFUEL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621792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Fitness ka smart personal coach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5943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>
                <a:solidFill>
                  <a:srgbClr val="94A3B8"/>
                </a:solidFill>
              </a:rPr>
              <a:t>User ke goal, level, schedule aur fitness data ke basis par workout plan banata hai aur exercise ko step-by-step samjhaata hai.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60" y="1280160"/>
            <a:ext cx="3017520" cy="438912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rtlCol="0" anchor="ctr"/>
          <a:lstStyle/>
          <a:p>
            <a:pPr algn="ctr"/>
            <a:r>
              <a:rPr sz="1800" b="1">
                <a:solidFill>
                  <a:srgbClr val="84CC16"/>
                </a:solidFill>
              </a:rPr>
              <a:t>Workout split</a:t>
            </a:r>
          </a:p>
          <a:p>
            <a:pPr algn="ctr"/>
            <a:r>
              <a:rPr sz="1500" b="0">
                <a:solidFill>
                  <a:srgbClr val="FFFFFF"/>
                </a:solidFill>
              </a:rPr>
              <a:t>870+ exercises</a:t>
            </a:r>
          </a:p>
          <a:p>
            <a:pPr algn="ctr"/>
            <a:r>
              <a:rPr sz="1500" b="0">
                <a:solidFill>
                  <a:srgbClr val="FFFFFF"/>
                </a:solidFill>
              </a:rPr>
              <a:t>Supabase auth</a:t>
            </a:r>
          </a:p>
          <a:p>
            <a:pPr algn="ctr"/>
            <a:r>
              <a:rPr sz="1500" b="0">
                <a:solidFill>
                  <a:srgbClr val="FFFFFF"/>
                </a:solidFill>
              </a:rPr>
              <a:t>Static deploy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1. Problem aur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Aptos"/>
              </a:rPr>
              <a:t>Fitness planning ko simple, data-based aur personal banane ka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78638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Aptos"/>
              </a:rPr>
              <a:t>Har user ki body, goal, availability aur restrictions alag hoti hain.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Aptos"/>
              </a:rPr>
              <a:t>Aam gym plans generic hote hain aur log samajh nahi paate ki exercise kaise karni hai.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Aptos"/>
              </a:rPr>
              <a:t>FITFUEL user profile ke basis par personalized workout + exercise demos + progress tracking deta hai.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Aptos"/>
              </a:rPr>
              <a:t>Result: user ko “kyun” aur “kaise” dono ka clarity milta hai.</a:t>
            </a:r>
          </a:p>
        </p:txBody>
      </p:sp>
      <p:sp>
        <p:nvSpPr>
          <p:cNvPr id="5" name="Rectangle 4"/>
          <p:cNvSpPr/>
          <p:nvPr/>
        </p:nvSpPr>
        <p:spPr>
          <a:xfrm>
            <a:off x="8961120" y="1463040"/>
            <a:ext cx="2560320" cy="137160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Problem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Generic workout plans, no guidance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3200400"/>
            <a:ext cx="2560320" cy="137160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Solution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Personal plan + demo + logs + calendar</a:t>
            </a:r>
          </a:p>
        </p:txBody>
      </p:sp>
      <p:sp>
        <p:nvSpPr>
          <p:cNvPr id="7" name="Rectangle 6"/>
          <p:cNvSpPr/>
          <p:nvPr/>
        </p:nvSpPr>
        <p:spPr>
          <a:xfrm>
            <a:off x="8961120" y="4937760"/>
            <a:ext cx="2560320" cy="91440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Impact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More consistency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2. User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Aptos"/>
              </a:rPr>
              <a:t>Step-by-step user journey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3383280" cy="1371600"/>
          </a:xfrm>
          <a:prstGeom prst="rect">
            <a:avLst/>
          </a:prstGeom>
          <a:solidFill>
            <a:srgbClr val="111827"/>
          </a:solidFill>
          <a:ln w="1905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84CC16"/>
                </a:solidFill>
              </a:rPr>
              <a:t>01 Sign up / Login</a:t>
            </a:r>
          </a:p>
          <a:p>
            <a:r>
              <a:rPr sz="1100">
                <a:solidFill>
                  <a:srgbClr val="FFFFFF"/>
                </a:solidFill>
              </a:rPr>
              <a:t>Supabase auth se account create hota hai.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463040"/>
            <a:ext cx="3383280" cy="1371600"/>
          </a:xfrm>
          <a:prstGeom prst="rect">
            <a:avLst/>
          </a:prstGeom>
          <a:solidFill>
            <a:srgbClr val="111827"/>
          </a:solidFill>
          <a:ln w="1905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84CC16"/>
                </a:solidFill>
              </a:rPr>
              <a:t>02 Onboarding</a:t>
            </a:r>
          </a:p>
          <a:p>
            <a:r>
              <a:rPr sz="1100">
                <a:solidFill>
                  <a:srgbClr val="FFFFFF"/>
                </a:solidFill>
              </a:rPr>
              <a:t>Age, weight, goal, level, equipment, injuries, place.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138159" y="1463040"/>
            <a:ext cx="3383280" cy="1371600"/>
          </a:xfrm>
          <a:prstGeom prst="rect">
            <a:avLst/>
          </a:prstGeom>
          <a:solidFill>
            <a:srgbClr val="111827"/>
          </a:solidFill>
          <a:ln w="1905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84CC16"/>
                </a:solidFill>
              </a:rPr>
              <a:t>03 Plan generation</a:t>
            </a:r>
          </a:p>
          <a:p>
            <a:r>
              <a:rPr sz="1100">
                <a:solidFill>
                  <a:srgbClr val="FFFFFF"/>
                </a:solidFill>
              </a:rPr>
              <a:t>Planner weekly split banata hai — full body / upper-lower / push-pull-legs.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383280"/>
            <a:ext cx="3383280" cy="1371600"/>
          </a:xfrm>
          <a:prstGeom prst="rect">
            <a:avLst/>
          </a:prstGeom>
          <a:solidFill>
            <a:srgbClr val="111827"/>
          </a:solidFill>
          <a:ln w="1905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84CC16"/>
                </a:solidFill>
              </a:rPr>
              <a:t>04 Workout tracking</a:t>
            </a:r>
          </a:p>
          <a:p>
            <a:r>
              <a:rPr sz="1100">
                <a:solidFill>
                  <a:srgbClr val="FFFFFF"/>
                </a:solidFill>
              </a:rPr>
              <a:t>Sets, reps, weight, rest timer, session history.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120" y="3383280"/>
            <a:ext cx="3383280" cy="1371600"/>
          </a:xfrm>
          <a:prstGeom prst="rect">
            <a:avLst/>
          </a:prstGeom>
          <a:solidFill>
            <a:srgbClr val="111827"/>
          </a:solidFill>
          <a:ln w="1905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84CC16"/>
                </a:solidFill>
              </a:rPr>
              <a:t>05 Progress review</a:t>
            </a:r>
          </a:p>
          <a:p>
            <a:r>
              <a:rPr sz="1100">
                <a:solidFill>
                  <a:srgbClr val="FFFFFF"/>
                </a:solidFill>
              </a:rPr>
              <a:t>Weight logs aur workout consistency trends.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3. Tech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Aptos"/>
              </a:rPr>
              <a:t>Frontend, backend aur deployment architecture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371600"/>
            <a:ext cx="2743200" cy="201168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Frontend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Next.js 16 + React 19 + TypeScript + Tailwind CSS; app router used.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3566160" y="1371600"/>
            <a:ext cx="2743200" cy="201168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Auth &amp; data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Supabase handles auth, profiles, workout plans, sessions and weight logs.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92240" y="1371600"/>
            <a:ext cx="2651760" cy="201168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Exercise library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870+ exercises from public dataset; images from jsDelivr and local JSON.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0" y="1371600"/>
            <a:ext cx="2011680" cy="201168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Deployment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Static export to out/ and upload to Hostinger via FTP/GitHub Actions.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6858000" cy="11285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Aptos"/>
              </a:rPr>
              <a:t>Static export: next build -&gt; out/</a:t>
            </a:r>
          </a:p>
          <a:p>
            <a:pPr algn="l">
              <a:spcAft>
                <a:spcPts val="800"/>
              </a:spcAft>
            </a:pPr>
            <a:r>
              <a:rPr sz="1800" dirty="0">
                <a:solidFill>
                  <a:srgbClr val="FFFFFF"/>
                </a:solidFill>
                <a:latin typeface="Aptos"/>
              </a:rPr>
              <a:t>No server-side runtime required for front-end routes</a:t>
            </a:r>
          </a:p>
          <a:p>
            <a:pPr algn="l">
              <a:spcAft>
                <a:spcPts val="800"/>
              </a:spcAft>
            </a:pPr>
            <a:r>
              <a:rPr sz="1800" dirty="0">
                <a:solidFill>
                  <a:srgbClr val="FFFFFF"/>
                </a:solidFill>
                <a:latin typeface="Aptos"/>
              </a:rPr>
              <a:t>GitHub Actions runs lint + tests + export before deploy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4. App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Aptos"/>
              </a:rPr>
              <a:t>Frontend pages, app logic aur data 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63040"/>
            <a:ext cx="3291840" cy="1463040"/>
          </a:xfrm>
          <a:prstGeom prst="rect">
            <a:avLst/>
          </a:prstGeom>
          <a:solidFill>
            <a:srgbClr val="111827"/>
          </a:solidFill>
          <a:ln w="1905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84CC16"/>
                </a:solidFill>
              </a:rPr>
              <a:t>src/app/</a:t>
            </a:r>
          </a:p>
          <a:p>
            <a:r>
              <a:rPr sz="1050">
                <a:solidFill>
                  <a:srgbClr val="FFFFFF"/>
                </a:solidFill>
              </a:rPr>
              <a:t>Landing, auth, onboarding, dashboard, plan, workout, progress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297680" y="1463040"/>
            <a:ext cx="3291840" cy="1463040"/>
          </a:xfrm>
          <a:prstGeom prst="rect">
            <a:avLst/>
          </a:prstGeom>
          <a:solidFill>
            <a:srgbClr val="111827"/>
          </a:solidFill>
          <a:ln w="1905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84CC16"/>
                </a:solidFill>
              </a:rPr>
              <a:t>src/components/</a:t>
            </a:r>
          </a:p>
          <a:p>
            <a:r>
              <a:rPr sz="1050">
                <a:solidFill>
                  <a:srgbClr val="FFFFFF"/>
                </a:solidFill>
              </a:rPr>
              <a:t>UI shell, auth provider, exercise demo, profile sections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5279" y="1463040"/>
            <a:ext cx="3291840" cy="1463040"/>
          </a:xfrm>
          <a:prstGeom prst="rect">
            <a:avLst/>
          </a:prstGeom>
          <a:solidFill>
            <a:srgbClr val="111827"/>
          </a:solidFill>
          <a:ln w="1905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84CC16"/>
                </a:solidFill>
              </a:rPr>
              <a:t>src/lib/</a:t>
            </a:r>
          </a:p>
          <a:p>
            <a:r>
              <a:rPr sz="1050">
                <a:solidFill>
                  <a:srgbClr val="FFFFFF"/>
                </a:solidFill>
              </a:rPr>
              <a:t>Workout planner, Supabase queries, custom data layer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474720"/>
            <a:ext cx="3291840" cy="1463040"/>
          </a:xfrm>
          <a:prstGeom prst="rect">
            <a:avLst/>
          </a:prstGeom>
          <a:solidFill>
            <a:srgbClr val="111827"/>
          </a:solidFill>
          <a:ln w="1905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84CC16"/>
                </a:solidFill>
              </a:rPr>
              <a:t>Supabase DB</a:t>
            </a:r>
          </a:p>
          <a:p>
            <a:r>
              <a:rPr sz="1050">
                <a:solidFill>
                  <a:srgbClr val="FFFFFF"/>
                </a:solidFill>
              </a:rPr>
              <a:t>Profiles, plans, sessions, logs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3474720"/>
            <a:ext cx="3291840" cy="1463040"/>
          </a:xfrm>
          <a:prstGeom prst="rect">
            <a:avLst/>
          </a:prstGeom>
          <a:solidFill>
            <a:srgbClr val="111827"/>
          </a:solidFill>
          <a:ln w="1905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600" b="1">
                <a:solidFill>
                  <a:srgbClr val="84CC16"/>
                </a:solidFill>
              </a:rPr>
              <a:t>public/data/</a:t>
            </a:r>
          </a:p>
          <a:p>
            <a:r>
              <a:rPr sz="1050">
                <a:solidFill>
                  <a:srgbClr val="FFFFFF"/>
                </a:solidFill>
              </a:rPr>
              <a:t>Exercise dataset and trainer assets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5. Planning Logic ka kaam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Aptos"/>
              </a:rPr>
              <a:t>User profile ke basis par workout plan generate hota 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955279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100">
                <a:solidFill>
                  <a:srgbClr val="FFFFFF"/>
                </a:solidFill>
                <a:latin typeface="Aptos"/>
              </a:rPr>
              <a:t>Input includes goal, experience, days/week, minutes, equipment, place, limitations.</a:t>
            </a:r>
          </a:p>
          <a:p>
            <a:pPr algn="l">
              <a:spcAft>
                <a:spcPts val="800"/>
              </a:spcAft>
            </a:pPr>
            <a:r>
              <a:rPr sz="2100">
                <a:solidFill>
                  <a:srgbClr val="FFFFFF"/>
                </a:solidFill>
                <a:latin typeface="Aptos"/>
              </a:rPr>
              <a:t>Split choose hota hai: full body / upper-lower / PPL / bro split.</a:t>
            </a:r>
          </a:p>
          <a:p>
            <a:pPr algn="l">
              <a:spcAft>
                <a:spcPts val="800"/>
              </a:spcAft>
            </a:pPr>
            <a:r>
              <a:rPr sz="2100">
                <a:solidFill>
                  <a:srgbClr val="FFFFFF"/>
                </a:solidFill>
                <a:latin typeface="Aptos"/>
              </a:rPr>
              <a:t>Day types decide hote hain: push, pull, legs, upper, lower, full-body.</a:t>
            </a:r>
          </a:p>
          <a:p>
            <a:pPr algn="l">
              <a:spcAft>
                <a:spcPts val="800"/>
              </a:spcAft>
            </a:pPr>
            <a:r>
              <a:rPr sz="2100">
                <a:solidFill>
                  <a:srgbClr val="FFFFFF"/>
                </a:solidFill>
                <a:latin typeface="Aptos"/>
              </a:rPr>
              <a:t>Har slot ke liye exercise select hota hai based on muscle group, movement type, and restrictions.</a:t>
            </a:r>
          </a:p>
          <a:p>
            <a:pPr algn="l">
              <a:spcAft>
                <a:spcPts val="800"/>
              </a:spcAft>
            </a:pPr>
            <a:r>
              <a:rPr sz="2100">
                <a:solidFill>
                  <a:srgbClr val="FFFFFF"/>
                </a:solidFill>
                <a:latin typeface="Aptos"/>
              </a:rPr>
              <a:t>Sets, reps and rest time goal ke hisaab se adjust hote hain: strength / muscle / fat loss / general.</a:t>
            </a:r>
          </a:p>
          <a:p>
            <a:pPr algn="l">
              <a:spcAft>
                <a:spcPts val="800"/>
              </a:spcAft>
            </a:pPr>
            <a:r>
              <a:rPr sz="2100">
                <a:solidFill>
                  <a:srgbClr val="FFFFFF"/>
                </a:solidFill>
                <a:latin typeface="Aptos"/>
              </a:rPr>
              <a:t>Same seed + same profile =&gt; same deterministic plan.</a:t>
            </a:r>
          </a:p>
        </p:txBody>
      </p:sp>
      <p:sp>
        <p:nvSpPr>
          <p:cNvPr id="5" name="Rectangle 4"/>
          <p:cNvSpPr/>
          <p:nvPr/>
        </p:nvSpPr>
        <p:spPr>
          <a:xfrm>
            <a:off x="8961120" y="1645920"/>
            <a:ext cx="2468880" cy="155448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Example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Goal = muscle, 4 days/week, home setup -&gt; upper/lower or full-body split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3657600"/>
            <a:ext cx="2468880" cy="118872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Safety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Knee, shoulder, wrist restrictions skip certain moves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6. Database / Data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Aptos"/>
              </a:rPr>
              <a:t>Har user ka data personal aur secure hota hai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2926080" cy="164592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profiles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Health profile, age, weight, goal, level, diet, equipment, onboarding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0" y="1371600"/>
            <a:ext cx="2926080" cy="164592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workout_plans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Generated weekly plan saved as JSON for each user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0" y="1371600"/>
            <a:ext cx="2560320" cy="164592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workout_sessions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Completed workouts, exercise sets, duration, date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9784080" y="1371600"/>
            <a:ext cx="1828800" cy="164592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weight_logs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Daily weight tracking for progress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8595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Aptos"/>
              </a:rPr>
              <a:t>Supabase RLS ensures user only sees own data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Aptos"/>
              </a:rPr>
              <a:t>Profile auto-created for each new auth user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Aptos"/>
              </a:rPr>
              <a:t>Minimal health data is stored; no diagnosis details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7. Deployment aur CI/CD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Aptos"/>
              </a:rPr>
              <a:t>Hostinger ke liye static export + GitHub Actions automation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77724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100">
                <a:solidFill>
                  <a:srgbClr val="FFFFFF"/>
                </a:solidFill>
                <a:latin typeface="Aptos"/>
              </a:rPr>
              <a:t>GitHub Actions runs lint and tests on PRs and pushes.</a:t>
            </a:r>
          </a:p>
          <a:p>
            <a:pPr algn="l">
              <a:spcAft>
                <a:spcPts val="800"/>
              </a:spcAft>
            </a:pPr>
            <a:r>
              <a:rPr sz="2100">
                <a:solidFill>
                  <a:srgbClr val="FFFFFF"/>
                </a:solidFill>
                <a:latin typeface="Aptos"/>
              </a:rPr>
              <a:t>next build creates static output in out/ because output: "export" in next.config.ts.</a:t>
            </a:r>
          </a:p>
          <a:p>
            <a:pPr algn="l">
              <a:spcAft>
                <a:spcPts val="800"/>
              </a:spcAft>
            </a:pPr>
            <a:r>
              <a:rPr sz="2100">
                <a:solidFill>
                  <a:srgbClr val="FFFFFF"/>
                </a:solidFill>
                <a:latin typeface="Aptos"/>
              </a:rPr>
              <a:t>After success on main, build is uploaded to Hostinger with FTP credentials.</a:t>
            </a:r>
          </a:p>
          <a:p>
            <a:pPr algn="l">
              <a:spcAft>
                <a:spcPts val="800"/>
              </a:spcAft>
            </a:pPr>
            <a:r>
              <a:rPr sz="2100">
                <a:solidFill>
                  <a:srgbClr val="FFFFFF"/>
                </a:solidFill>
                <a:latin typeface="Aptos"/>
              </a:rPr>
              <a:t>Public values like Supabase URL and publishable key are built into static site.</a:t>
            </a:r>
          </a:p>
          <a:p>
            <a:pPr algn="l">
              <a:spcAft>
                <a:spcPts val="800"/>
              </a:spcAft>
            </a:pPr>
            <a:r>
              <a:rPr sz="2100">
                <a:solidFill>
                  <a:srgbClr val="FFFFFF"/>
                </a:solidFill>
                <a:latin typeface="Aptos"/>
              </a:rPr>
              <a:t>This keeps deployment simple and cheap for a frontend-heavy product.</a:t>
            </a:r>
          </a:p>
        </p:txBody>
      </p:sp>
      <p:sp>
        <p:nvSpPr>
          <p:cNvPr id="5" name="Rectangle 4"/>
          <p:cNvSpPr/>
          <p:nvPr/>
        </p:nvSpPr>
        <p:spPr>
          <a:xfrm>
            <a:off x="8961120" y="1737360"/>
            <a:ext cx="2651760" cy="146304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Config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NEXT_PUBLIC_SUPABASE_URL, NEXT_PUBLIC_SUPABASE_PUBLISHABLE_KEY, Hostinger secrets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3657600"/>
            <a:ext cx="2651760" cy="128016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Rule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Production deploy only after lint + tests + build succeed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8. Important folders aur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Aptos"/>
              </a:rPr>
              <a:t>Repo ka quick 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71600"/>
            <a:ext cx="7772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Aptos"/>
              </a:rPr>
              <a:t>src/app/: landing, auth, onboarding, dashboard, workout, exercises, profile pages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Aptos"/>
              </a:rPr>
              <a:t>src/lib/planner.ts: automated weekly plan generation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Aptos"/>
              </a:rPr>
              <a:t>src/lib/data.ts: Supabase reads/writes for profiles and plans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Aptos"/>
              </a:rPr>
              <a:t>src/components/: UI shell, auth provider, demos, profile sections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Aptos"/>
              </a:rPr>
              <a:t>public/data/exercises.json: large exercise library used by UI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Aptos"/>
              </a:rPr>
              <a:t>supabase/migrations/: database schema and row-level security rules</a:t>
            </a:r>
          </a:p>
          <a:p>
            <a:pPr algn="l">
              <a:spcAft>
                <a:spcPts val="800"/>
              </a:spcAft>
            </a:pPr>
            <a:r>
              <a:rPr sz="1800">
                <a:solidFill>
                  <a:srgbClr val="FFFFFF"/>
                </a:solidFill>
                <a:latin typeface="Aptos"/>
              </a:rPr>
              <a:t>tests/: planner and nutrition logic checks</a:t>
            </a:r>
          </a:p>
        </p:txBody>
      </p:sp>
      <p:sp>
        <p:nvSpPr>
          <p:cNvPr id="5" name="Rectangle 4"/>
          <p:cNvSpPr/>
          <p:nvPr/>
        </p:nvSpPr>
        <p:spPr>
          <a:xfrm>
            <a:off x="8869680" y="1645920"/>
            <a:ext cx="2560320" cy="1645920"/>
          </a:xfrm>
          <a:prstGeom prst="rect">
            <a:avLst/>
          </a:prstGeom>
          <a:solidFill>
            <a:srgbClr val="111827"/>
          </a:solidFill>
          <a:ln w="25400">
            <a:solidFill>
              <a:srgbClr val="84CC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52400" tIns="101600" rIns="152400" bIns="101600" rtlCol="0" anchor="ctr"/>
          <a:lstStyle/>
          <a:p>
            <a:pPr algn="l"/>
            <a:r>
              <a:rPr sz="1700" b="1">
                <a:solidFill>
                  <a:srgbClr val="84CC16"/>
                </a:solidFill>
                <a:latin typeface="Aptos"/>
              </a:rPr>
              <a:t>Project goal</a:t>
            </a:r>
          </a:p>
          <a:p>
            <a:pPr algn="l"/>
            <a:r>
              <a:rPr sz="1100">
                <a:solidFill>
                  <a:srgbClr val="FFFFFF"/>
                </a:solidFill>
                <a:latin typeface="Aptos"/>
              </a:rPr>
              <a:t>Personal fitness guidance app with automated planning and tracking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320040"/>
            <a:ext cx="10515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Aptos"/>
              </a:rPr>
              <a:t>9. Final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>
                <a:solidFill>
                  <a:srgbClr val="94A3B8"/>
                </a:solidFill>
                <a:latin typeface="Aptos"/>
              </a:rPr>
              <a:t>Project ko simple terms mein samjhao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241280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Aptos"/>
              </a:rPr>
              <a:t>FITFUEL ek personalized fitness web app hai jo user ke profile se workout plan banata hai.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Aptos"/>
              </a:rPr>
              <a:t>Frontend Next.js se bana hai, Supabase auth/data aur Static Hosting ke liye ready hai.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Aptos"/>
              </a:rPr>
              <a:t>Planner logic user inputs + exercise dataset + movement rules + restrictions ke basis par smart plan generate karta hai.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Aptos"/>
              </a:rPr>
              <a:t>User journey: onboarding -&gt; plan -&gt; workout -&gt; logging -&gt; progress review.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Aptos"/>
              </a:rPr>
              <a:t>Deployment fairly simple and scalable for a static website model.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FFFFFF"/>
                </a:solidFill>
                <a:latin typeface="Aptos"/>
              </a:rPr>
              <a:t>Short answer: core logic = user profile + exercise data + planning algorithm + feedback loop.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035040"/>
            <a:ext cx="10972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94A3B8"/>
                </a:solidFill>
              </a:rPr>
              <a:t>FITFUEL project overview | understanding architecture and flow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979</Words>
  <Application>Microsoft Office PowerPoint</Application>
  <PresentationFormat>Widescreen</PresentationFormat>
  <Paragraphs>112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Aayush Sharma</cp:lastModifiedBy>
  <cp:revision>1</cp:revision>
  <dcterms:created xsi:type="dcterms:W3CDTF">2013-01-27T09:14:16Z</dcterms:created>
  <dcterms:modified xsi:type="dcterms:W3CDTF">2026-10-14T17:28:32Z</dcterms:modified>
  <cp:category/>
</cp:coreProperties>
</file>