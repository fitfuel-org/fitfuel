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4CC16"/>
                </a:solidFill>
              </a:rPr>
              <a:t>FITFUEL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217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Fitness ka smart personal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943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4A3B8"/>
                </a:solidFill>
              </a:rPr>
              <a:t>User ke goal, level, schedule aur fitness data ke basis par workout plan banata hai aur exercise ko step-by-step samjhaata hai.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280160"/>
            <a:ext cx="3017520" cy="438912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/>
            <a:r>
              <a:rPr sz="1800" b="1">
                <a:solidFill>
                  <a:srgbClr val="84CC16"/>
                </a:solidFill>
              </a:rPr>
              <a:t>Workout split</a:t>
            </a:r>
          </a:p>
          <a:p>
            <a:pPr algn="ctr"/>
            <a:r>
              <a:rPr sz="1500" b="0">
                <a:solidFill>
                  <a:srgbClr val="FFFFFF"/>
                </a:solidFill>
              </a:rPr>
              <a:t>870+ exercises</a:t>
            </a:r>
          </a:p>
          <a:p>
            <a:pPr algn="ctr"/>
            <a:r>
              <a:rPr sz="1500" b="0">
                <a:solidFill>
                  <a:srgbClr val="FFFFFF"/>
                </a:solidFill>
              </a:rPr>
              <a:t>Supabase auth</a:t>
            </a:r>
          </a:p>
          <a:p>
            <a:pPr algn="ctr"/>
            <a:r>
              <a:rPr sz="1500" b="0">
                <a:solidFill>
                  <a:srgbClr val="FFFFFF"/>
                </a:solidFill>
              </a:rPr>
              <a:t>Static deploy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1. Problem aur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Aptos"/>
              </a:rPr>
              <a:t>Fitness planning ko simple, data-based aur personal banane ka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Har user ki body, goal, availability aur restrictions alag hoti hain.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Aam gym plans generic hote hain aur log samajh nahi paate ki exercise kaise karni hai.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FITFUEL user profile ke basis par personalized workout + exercise demos + progress tracking deta hai.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Result: user ko “kyun” aur “kaise” dono ka clarity milta hai.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1463040"/>
            <a:ext cx="2560320" cy="137160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Problem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Generic workout plans, no guidance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3200400"/>
            <a:ext cx="2560320" cy="137160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Solution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Personal plan + demo + logs + calendar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4937760"/>
            <a:ext cx="2560320" cy="91440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Impact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More 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2.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Aptos"/>
              </a:rPr>
              <a:t>Step-by-step 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38328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4CC16"/>
                </a:solidFill>
              </a:rPr>
              <a:t>01 Sign up / Login</a:t>
            </a:r>
          </a:p>
          <a:p>
            <a:r>
              <a:rPr sz="1100">
                <a:solidFill>
                  <a:srgbClr val="FFFFFF"/>
                </a:solidFill>
              </a:rPr>
              <a:t>Supabase auth se account create hota hai.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463040"/>
            <a:ext cx="338328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4CC16"/>
                </a:solidFill>
              </a:rPr>
              <a:t>02 Onboarding</a:t>
            </a:r>
          </a:p>
          <a:p>
            <a:r>
              <a:rPr sz="1100">
                <a:solidFill>
                  <a:srgbClr val="FFFFFF"/>
                </a:solidFill>
              </a:rPr>
              <a:t>Age, weight, goal, level, equipment, injuries, 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59" y="1463040"/>
            <a:ext cx="338328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4CC16"/>
                </a:solidFill>
              </a:rPr>
              <a:t>03 Plan generation</a:t>
            </a:r>
          </a:p>
          <a:p>
            <a:r>
              <a:rPr sz="1100">
                <a:solidFill>
                  <a:srgbClr val="FFFFFF"/>
                </a:solidFill>
              </a:rPr>
              <a:t>Planner weekly split banata hai — full body / upper-lower / push-pull-legs.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338328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4CC16"/>
                </a:solidFill>
              </a:rPr>
              <a:t>04 Workout tracking</a:t>
            </a:r>
          </a:p>
          <a:p>
            <a:r>
              <a:rPr sz="1100">
                <a:solidFill>
                  <a:srgbClr val="FFFFFF"/>
                </a:solidFill>
              </a:rPr>
              <a:t>Sets, reps, weight, rest timer, session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3383280"/>
            <a:ext cx="338328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4CC16"/>
                </a:solidFill>
              </a:rPr>
              <a:t>05 Progress review</a:t>
            </a:r>
          </a:p>
          <a:p>
            <a:r>
              <a:rPr sz="1100">
                <a:solidFill>
                  <a:srgbClr val="FFFFFF"/>
                </a:solidFill>
              </a:rPr>
              <a:t>Weight logs aur workout consistency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3.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Aptos"/>
              </a:rPr>
              <a:t>Frontend, backend aur deployment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743200" cy="201168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Frontend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Next.js 16 + React 19 + TypeScript + Tailwind CSS; app router used.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371600"/>
            <a:ext cx="2743200" cy="201168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Auth &amp; data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Supabase handles auth, profiles, workout plans, sessions and weight logs.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371600"/>
            <a:ext cx="2651760" cy="201168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Exercise library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870+ exercises from public dataset; images from jsDelivr and local JSON.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0" y="1371600"/>
            <a:ext cx="2011680" cy="201168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Deployment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Static export to out/ and upload to Hostinger via FTP/GitHub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Static export: next build -&gt; out/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No server-side runtime required for front-end routes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GitHub Actions runs lint + tests + export before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4. App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Aptos"/>
              </a:rPr>
              <a:t>Frontend pages, app logic aur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291840" cy="1463040"/>
          </a:xfrm>
          <a:prstGeom prst="rect">
            <a:avLst/>
          </a:prstGeom>
          <a:solidFill>
            <a:srgbClr val="111827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4CC16"/>
                </a:solidFill>
              </a:rPr>
              <a:t>src/app/</a:t>
            </a:r>
          </a:p>
          <a:p>
            <a:r>
              <a:rPr sz="1050">
                <a:solidFill>
                  <a:srgbClr val="FFFFFF"/>
                </a:solidFill>
              </a:rPr>
              <a:t>Landing, auth, onboarding, dashboard, plan, workout,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463040"/>
            <a:ext cx="3291840" cy="1463040"/>
          </a:xfrm>
          <a:prstGeom prst="rect">
            <a:avLst/>
          </a:prstGeom>
          <a:solidFill>
            <a:srgbClr val="111827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4CC16"/>
                </a:solidFill>
              </a:rPr>
              <a:t>src/components/</a:t>
            </a:r>
          </a:p>
          <a:p>
            <a:r>
              <a:rPr sz="1050">
                <a:solidFill>
                  <a:srgbClr val="FFFFFF"/>
                </a:solidFill>
              </a:rPr>
              <a:t>UI shell, auth provider, exercise demo, profile sections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1463040"/>
            <a:ext cx="3291840" cy="1463040"/>
          </a:xfrm>
          <a:prstGeom prst="rect">
            <a:avLst/>
          </a:prstGeom>
          <a:solidFill>
            <a:srgbClr val="111827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4CC16"/>
                </a:solidFill>
              </a:rPr>
              <a:t>src/lib/</a:t>
            </a:r>
          </a:p>
          <a:p>
            <a:r>
              <a:rPr sz="1050">
                <a:solidFill>
                  <a:srgbClr val="FFFFFF"/>
                </a:solidFill>
              </a:rPr>
              <a:t>Workout planner, Supabase queries, custom data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74720"/>
            <a:ext cx="3291840" cy="1463040"/>
          </a:xfrm>
          <a:prstGeom prst="rect">
            <a:avLst/>
          </a:prstGeom>
          <a:solidFill>
            <a:srgbClr val="111827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4CC16"/>
                </a:solidFill>
              </a:rPr>
              <a:t>Supabase DB</a:t>
            </a:r>
          </a:p>
          <a:p>
            <a:r>
              <a:rPr sz="1050">
                <a:solidFill>
                  <a:srgbClr val="FFFFFF"/>
                </a:solidFill>
              </a:rPr>
              <a:t>Profiles, plans, sessions, logs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3474720"/>
            <a:ext cx="3291840" cy="1463040"/>
          </a:xfrm>
          <a:prstGeom prst="rect">
            <a:avLst/>
          </a:prstGeom>
          <a:solidFill>
            <a:srgbClr val="111827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84CC16"/>
                </a:solidFill>
              </a:rPr>
              <a:t>public/data/</a:t>
            </a:r>
          </a:p>
          <a:p>
            <a:r>
              <a:rPr sz="1050">
                <a:solidFill>
                  <a:srgbClr val="FFFFFF"/>
                </a:solidFill>
              </a:rPr>
              <a:t>Exercise dataset and trainer assets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5. Planning Logic ka kaam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Aptos"/>
              </a:rPr>
              <a:t>User profile ke basis par workout plan generate hota 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9552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Aptos"/>
              </a:rPr>
              <a:t>Input includes goal, experience, days/week, minutes, equipment, place, limitations.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Aptos"/>
              </a:rPr>
              <a:t>Split choose hota hai: full body / upper-lower / PPL / bro split.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Aptos"/>
              </a:rPr>
              <a:t>Day types decide hote hain: push, pull, legs, upper, lower, full-body.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Aptos"/>
              </a:rPr>
              <a:t>Har slot ke liye exercise select hota hai based on muscle group, movement type, and restrictions.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Aptos"/>
              </a:rPr>
              <a:t>Sets, reps and rest time goal ke hisaab se adjust hote hain: strength / muscle / fat loss / general.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Aptos"/>
              </a:rPr>
              <a:t>Same seed + same profile =&gt; same deterministic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1645920"/>
            <a:ext cx="2468880" cy="155448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Example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Goal = muscle, 4 days/week, home setup -&gt; upper/lower or full-body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3657600"/>
            <a:ext cx="2468880" cy="118872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Safety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Knee, shoulder, wrist restrictions skip certain moves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6. Database /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Aptos"/>
              </a:rPr>
              <a:t>Har user ka data personal aur secure hota hai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926080" cy="164592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profiles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Health profile, age, weight, goal, level, diet, equipment, onboarding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0" y="1371600"/>
            <a:ext cx="2926080" cy="164592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workout_plans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Generated weekly plan saved as JSON for each 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2560320" cy="164592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workout_sessions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Completed workouts, exercise sets, duration, 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0" y="1371600"/>
            <a:ext cx="1828800" cy="164592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weight_logs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Daily weight tracking for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8595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Supabase RLS ensures user only sees own data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Profile auto-created for each new auth user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Minimal health data is stored; no diagnosis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7. Deployment aur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Aptos"/>
              </a:rPr>
              <a:t>Hostinger ke liye static export + GitHub Actions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Aptos"/>
              </a:rPr>
              <a:t>GitHub Actions runs lint and tests on PRs and pushes.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Aptos"/>
              </a:rPr>
              <a:t>next build creates static output in out/ because output: "export" in next.config.ts.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Aptos"/>
              </a:rPr>
              <a:t>After success on main, build is uploaded to Hostinger with FTP credentials.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Aptos"/>
              </a:rPr>
              <a:t>Public values like Supabase URL and publishable key are built into static site.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FFFFF"/>
                </a:solidFill>
                <a:latin typeface="Aptos"/>
              </a:rPr>
              <a:t>This keeps deployment simple and cheap for a frontend-heavy product.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1737360"/>
            <a:ext cx="2651760" cy="146304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Config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NEXT_PUBLIC_SUPABASE_URL, NEXT_PUBLIC_SUPABASE_PUBLISHABLE_KEY, Hostinger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3657600"/>
            <a:ext cx="2651760" cy="128016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Rule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Production deploy only after lint + tests + build succeed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8. Important folders aur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Aptos"/>
              </a:rPr>
              <a:t>Repo ka quick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src/app/: landing, auth, onboarding, dashboard, workout, exercises, profile pages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src/lib/planner.ts: automated weekly plan generation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src/lib/data.ts: Supabase reads/writes for profiles and plans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src/components/: UI shell, auth provider, demos, profile sections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public/data/exercises.json: large exercise library used by UI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supabase/migrations/: database schema and row-level security rules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tests/: planner and nutrition logic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0" y="1645920"/>
            <a:ext cx="2560320" cy="1645920"/>
          </a:xfrm>
          <a:prstGeom prst="rect">
            <a:avLst/>
          </a:prstGeom>
          <a:solidFill>
            <a:srgbClr val="111827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l"/>
            <a:r>
              <a:rPr sz="1700" b="1">
                <a:solidFill>
                  <a:srgbClr val="84CC16"/>
                </a:solidFill>
                <a:latin typeface="Aptos"/>
              </a:rPr>
              <a:t>Project goal</a:t>
            </a:r>
          </a:p>
          <a:p>
            <a:pPr algn="l"/>
            <a:r>
              <a:rPr sz="1100">
                <a:solidFill>
                  <a:srgbClr val="FFFFFF"/>
                </a:solidFill>
                <a:latin typeface="Aptos"/>
              </a:rPr>
              <a:t>Personal fitness guidance app with automated planning and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9. Final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Aptos"/>
              </a:rPr>
              <a:t>Project ko simple terms mein samjhao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FITFUEL ek personalized fitness web app hai jo user ke profile se workout plan banata hai.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Frontend Next.js se bana hai, Supabase auth/data aur Static Hosting ke liye ready hai.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Planner logic user inputs + exercise dataset + movement rules + restrictions ke basis par smart plan generate karta hai.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User journey: onboarding -&gt; plan -&gt; workout -&gt; logging -&gt; progress review.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Deployment fairly simple and scalable for a static website model.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FFFFFF"/>
                </a:solidFill>
                <a:latin typeface="Aptos"/>
              </a:rPr>
              <a:t>Short answer: core logic = user profile + exercise data + planning algorithm + feedback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FITFUEL project overview | understanding architecture and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